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34" d="100"/>
          <a:sy n="34" d="100"/>
        </p:scale>
        <p:origin x="4104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1869-B541-5CE8-84C0-DBBF3B15D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C1C1D-88D5-FB89-90CA-44253F8AD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3EB06-F1F1-FADC-6B4C-88D1902D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F0542-2CE5-FE86-C016-3AE8C671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82889-9B20-4EFC-41B9-D26DED83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5059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54F3-125E-B9C9-B0A9-79E133FF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FCC50-7AC3-D0F3-D3F5-A04BB6E1E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7DE5-AC27-13AF-F0A7-C4147CAF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90C23-B9CF-5D86-B5DC-B7F91791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10713-8527-8F01-7E44-2CE9F9F6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2644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EB43-A576-C630-4C1D-2235BFDC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BFBD0-7C28-55E0-4DE3-713A25E74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0498-6A7D-F865-81E5-53C03023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BEF7E-A373-CD61-3E60-E84729CB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AA84-CD7E-FBF1-2D23-9EFE8707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7358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1676-68C7-3039-E5CF-708CDA62B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390F-43FE-A64F-A1E0-1E416BC40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ECBD-371D-7C5D-917A-FC5797DD4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58B5B-DAE4-8B75-E509-DB254A3D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7E816-2B90-FF28-6B13-D5D67089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E6BF3-6166-3D8E-2667-DEECC36A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7832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C7C3-3F41-1ADD-3BB7-717D44DA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1C603-FDDE-2E52-5A51-D11F79E8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8131E-578C-4FB7-BD82-DD41C6378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0466E-D50B-1EC7-FE7B-6C6D05C7F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7458-E4E5-85F6-F57E-46B36FABC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91F9F-2915-4372-A0E0-44617D54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54E22-4032-795A-4925-C79A6642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2CF37-8479-E890-3892-E7AD109D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9715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F55E-FA1B-C9C2-F219-35FE4C5C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235DE-916B-5CEE-58F4-D6F6426FD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608D9-4DE7-8725-AC42-77E86AFA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53A3D-D356-07D2-947B-FDDC63A1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5235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537C9E-1D87-BB1B-9046-BED9E78A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F205B-52A1-0BCE-DFC6-392CC137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61D48-22F2-5BE1-85B4-0963ED46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7130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B053-5B21-0057-EBAF-BBCC948C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9FFA-4711-3847-46DC-73613FC49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8415C-6496-68DA-3F29-A18C00B0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74E4F-CB82-6527-E2B6-D1DE1FA0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AAC90-D123-8B67-C8CE-D56123F6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B7244-6D31-943A-A2B9-390EED93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9937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B881-36A6-F83F-C18B-EF816990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89729-DBF0-09FC-B706-AC996255D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923F3-5F32-69DA-6606-8DA742ACB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EA34E-8CED-8607-F914-CE2551D8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15923-CAA5-3518-F789-806A3C15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052BC-0A2C-A0CB-6860-167C1B4D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42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2987-B014-C8E9-50E5-0B32BC42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8B063-92FD-3411-5BE5-4252195FF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187E-458A-F4DB-0AA3-74E87BFF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2384-2BB9-F34C-1FBA-F69D25BE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C68C-886A-B08B-CD5F-B2C0CC16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32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F66AD-B859-AC15-F44F-1AB65B42B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35F13-298C-E33E-797F-FE3C39B1B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B7B0-ABB0-2BAA-CA5B-C2FAF490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84E03-4D26-022D-47AD-61100B8A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46823-59F6-1383-9D8D-C772D9B1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8043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1D061-6C98-041C-6D4C-48413F88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3D56A-4D0A-DED1-5E3F-B9D68BC7D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AAC3-7D5A-D6FE-54EB-5CC50594A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E24CC-0E87-9341-835F-98A23BC788C0}" type="datetimeFigureOut">
              <a:rPr lang="en-JP" smtClean="0"/>
              <a:t>2026/05/19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2BC2-1461-BAAA-DF57-5883E13F3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37B67-D820-E557-DFFA-8B0AD13A8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7A22A-28E0-6044-AE68-DF2CCEB277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5728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CF5F9-0486-69F0-5D18-6DBF0FED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This is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C5ACB3-8488-5288-938D-AA54D8D3D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This is body</a:t>
            </a:r>
          </a:p>
        </p:txBody>
      </p:sp>
    </p:spTree>
    <p:extLst>
      <p:ext uri="{BB962C8B-B14F-4D97-AF65-F5344CB8AC3E}">
        <p14:creationId xmlns:p14="http://schemas.microsoft.com/office/powerpoint/2010/main" val="68696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Takao Naito</dc:creator>
  <cp:lastModifiedBy>Takao Naito</cp:lastModifiedBy>
  <cp:revision>1</cp:revision>
  <dcterms:created xsi:type="dcterms:W3CDTF">2026-05-18T17:27:47Z</dcterms:created>
  <dcterms:modified xsi:type="dcterms:W3CDTF">2026-05-18T17:31:57Z</dcterms:modified>
</cp:coreProperties>
</file>